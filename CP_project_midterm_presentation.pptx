
<file path=[Content_Types].xml><?xml version="1.0" encoding="utf-8"?>
<Types xmlns="http://schemas.openxmlformats.org/package/2006/content-types">
  <Default Extension="jpg" ContentType="image/jpeg"/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notesSlides/notesSlide5.xml" ContentType="application/vnd.openxmlformats-officedocument.presentationml.notesSlide+xml"/>
  <Override PartName="/ppt/theme/theme2.xml" ContentType="application/vnd.openxmlformats-officedocument.them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F1DD67-B7C7-7A12-1971-FEA377F608EE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18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960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556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5DE2A0-E408-00F9-EF00-EB687678E380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44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746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087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5AAC82-58BB-DA95-5D40-1D8CE4859E05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436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1871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384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E5749D-D746-3467-4F72-B8DAD41FA0B9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439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983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732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9701E9-0B8F-FE32-DAE1-697CEA162A28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1122363"/>
            <a:ext cx="9144000" cy="1311803"/>
          </a:xfrm>
        </p:spPr>
        <p:txBody>
          <a:bodyPr/>
          <a:lstStyle/>
          <a:p>
            <a:pPr>
              <a:defRPr/>
            </a:pPr>
            <a:r>
              <a:rPr lang="fr-FR"/>
              <a:t>Computational Statistics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2434166"/>
            <a:ext cx="9144000" cy="2823633"/>
          </a:xfrm>
        </p:spPr>
        <p:txBody>
          <a:bodyPr/>
          <a:lstStyle/>
          <a:p>
            <a:pPr>
              <a:defRPr/>
            </a:pPr>
            <a:r>
              <a:rPr sz="3600" b="1" i="0" u="none">
                <a:solidFill>
                  <a:srgbClr val="1F2328"/>
                </a:solidFill>
                <a:latin typeface="Arial"/>
                <a:ea typeface="Arial"/>
                <a:cs typeface="Arial"/>
              </a:rPr>
              <a:t>Midterm presentation</a:t>
            </a:r>
            <a:r>
              <a:rPr sz="3600"/>
              <a:t> </a:t>
            </a:r>
            <a:endParaRPr sz="3600"/>
          </a:p>
          <a:p>
            <a:pPr>
              <a:defRPr/>
            </a:pPr>
            <a:r>
              <a:rPr sz="2000"/>
              <a:t>From</a:t>
            </a:r>
            <a:endParaRPr sz="3600"/>
          </a:p>
          <a:p>
            <a:pPr>
              <a:defRPr/>
            </a:pPr>
            <a:r>
              <a:rPr sz="3600" b="1" i="0" u="none">
                <a:solidFill>
                  <a:srgbClr val="1D2125"/>
                </a:solidFill>
                <a:latin typeface="Arial"/>
                <a:ea typeface="Arial"/>
                <a:cs typeface="Arial"/>
              </a:rPr>
              <a:t>Group 8</a:t>
            </a:r>
            <a:endParaRPr sz="36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Loris Junod, Kyrylo Kublytskyi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16332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fr-FR" sz="3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Exploratory Analysis and Classical Statistical Inference</a:t>
            </a:r>
            <a:endParaRPr sz="3600"/>
          </a:p>
        </p:txBody>
      </p:sp>
      <p:sp>
        <p:nvSpPr>
          <p:cNvPr id="232415919" name="Espace réservé du contenu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5736168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/>
              <a:t>Starting point : knowing the data</a:t>
            </a:r>
            <a:endParaRPr/>
          </a:p>
          <a:p>
            <a:pPr lvl="1">
              <a:defRPr/>
            </a:pPr>
            <a:r>
              <a:rPr/>
              <a:t>What kind of Data</a:t>
            </a:r>
            <a:endParaRPr/>
          </a:p>
          <a:p>
            <a:pPr lvl="2">
              <a:defRPr/>
            </a:pPr>
            <a:r>
              <a:rPr/>
              <a:t>Categorical Data </a:t>
            </a:r>
            <a:endParaRPr/>
          </a:p>
          <a:p>
            <a:pPr lvl="3">
              <a:defRPr/>
            </a:pPr>
            <a:r>
              <a:rPr/>
              <a:t>Ordinal variables (Bad – Very Good, ie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GarageQual</a:t>
            </a:r>
            <a:r>
              <a:rPr/>
              <a:t>)</a:t>
            </a:r>
            <a:endParaRPr/>
          </a:p>
          <a:p>
            <a:pPr lvl="3">
              <a:defRPr/>
            </a:pPr>
            <a:r>
              <a:rPr/>
              <a:t>Descriptive variables (ie.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LotShape</a:t>
            </a:r>
            <a:r>
              <a:rPr/>
              <a:t>,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Neighborhood</a:t>
            </a:r>
            <a:r>
              <a:rPr/>
              <a:t> location)</a:t>
            </a:r>
            <a:endParaRPr/>
          </a:p>
          <a:p>
            <a:pPr lvl="2">
              <a:defRPr/>
            </a:pPr>
            <a:r>
              <a:rPr/>
              <a:t>Boolean Variables (ie </a:t>
            </a:r>
            <a:r>
              <a:rPr lang="fr-F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CentralAir</a:t>
            </a:r>
            <a:r>
              <a:rPr/>
              <a:t>)</a:t>
            </a:r>
            <a:endParaRPr/>
          </a:p>
          <a:p>
            <a:pPr lvl="2">
              <a:defRPr/>
            </a:pPr>
            <a:r>
              <a:rPr/>
              <a:t>Numerical Variables</a:t>
            </a:r>
            <a:endParaRPr/>
          </a:p>
          <a:p>
            <a:pPr lvl="3">
              <a:defRPr/>
            </a:pPr>
            <a:r>
              <a:rPr/>
              <a:t>Times variables (ie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MoSold</a:t>
            </a:r>
            <a:r>
              <a:rPr/>
              <a:t>,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YrSold</a:t>
            </a:r>
            <a:r>
              <a:rPr/>
              <a:t>)</a:t>
            </a:r>
            <a:endParaRPr/>
          </a:p>
          <a:p>
            <a:pPr lvl="3">
              <a:defRPr/>
            </a:pPr>
            <a:r>
              <a:rPr/>
              <a:t>Size variables (ie. </a:t>
            </a:r>
            <a:r>
              <a:rPr lang="fr-F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GarageArea</a:t>
            </a:r>
            <a:r>
              <a:rPr/>
              <a:t>)</a:t>
            </a:r>
            <a:endParaRPr/>
          </a:p>
          <a:p>
            <a:pPr lvl="1">
              <a:defRPr/>
            </a:pPr>
            <a:r>
              <a:rPr/>
              <a:t>Missing Data ? </a:t>
            </a:r>
            <a:r>
              <a:rPr lang="fr-FR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 of Data ?</a:t>
            </a:r>
            <a:endParaRPr/>
          </a:p>
          <a:p>
            <a:pPr lvl="2">
              <a:defRPr/>
            </a:pPr>
            <a:r>
              <a:rPr/>
              <a:t>In the Features Variables	</a:t>
            </a:r>
            <a:endParaRPr/>
          </a:p>
          <a:p>
            <a:pPr lvl="2">
              <a:defRPr/>
            </a:pPr>
            <a:r>
              <a:rPr/>
              <a:t>Issue : How to to deal with NA Values in training phase </a:t>
            </a:r>
            <a:endParaRPr/>
          </a:p>
          <a:p>
            <a:pPr lvl="3">
              <a:defRPr/>
            </a:pPr>
            <a:r>
              <a:rPr/>
              <a:t>Two training Set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2">
              <a:defRPr/>
            </a:pPr>
            <a:endParaRPr/>
          </a:p>
          <a:p>
            <a:pPr marL="1828800" lvl="4" indent="0">
              <a:buFont typeface="Arial"/>
              <a:buNone/>
              <a:defRPr/>
            </a:pPr>
            <a:endParaRPr/>
          </a:p>
          <a:p>
            <a:pPr lvl="4"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1170525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44262" y="1912849"/>
            <a:ext cx="5363073" cy="40010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33460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Classical Statistical Inference</a:t>
            </a:r>
            <a:endParaRPr/>
          </a:p>
        </p:txBody>
      </p:sp>
      <p:sp>
        <p:nvSpPr>
          <p:cNvPr id="927797896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197" y="1825623"/>
            <a:ext cx="5181598" cy="4351338"/>
          </a:xfrm>
        </p:spPr>
        <p:txBody>
          <a:bodyPr/>
          <a:lstStyle/>
          <a:p>
            <a:pPr>
              <a:defRPr/>
            </a:pPr>
            <a:r>
              <a:rPr/>
              <a:t>On SalePrice</a:t>
            </a:r>
            <a:endParaRPr/>
          </a:p>
        </p:txBody>
      </p:sp>
      <p:sp>
        <p:nvSpPr>
          <p:cNvPr id="1757296886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3"/>
            <a:ext cx="5181598" cy="4351338"/>
          </a:xfrm>
        </p:spPr>
        <p:txBody>
          <a:bodyPr/>
          <a:lstStyle/>
          <a:p>
            <a:pPr>
              <a:defRPr/>
            </a:pPr>
            <a:r>
              <a:rPr/>
              <a:t>On LogSalePrice</a:t>
            </a:r>
            <a:endParaRPr/>
          </a:p>
        </p:txBody>
      </p:sp>
      <p:pic>
        <p:nvPicPr>
          <p:cNvPr id="3402107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61043" y="3328515"/>
            <a:ext cx="1800000" cy="1800000"/>
          </a:xfrm>
          <a:prstGeom prst="rect">
            <a:avLst/>
          </a:prstGeom>
        </p:spPr>
      </p:pic>
      <p:pic>
        <p:nvPicPr>
          <p:cNvPr id="2377207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0" y="1422927"/>
            <a:ext cx="12191999" cy="40121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93329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Classical Statistical Inference</a:t>
            </a:r>
            <a:endParaRPr/>
          </a:p>
        </p:txBody>
      </p:sp>
      <p:pic>
        <p:nvPicPr>
          <p:cNvPr id="448240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61043" y="3328515"/>
            <a:ext cx="1800000" cy="1800000"/>
          </a:xfrm>
          <a:prstGeom prst="rect">
            <a:avLst/>
          </a:prstGeom>
        </p:spPr>
      </p:pic>
      <p:pic>
        <p:nvPicPr>
          <p:cNvPr id="61492655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778348" y="1375499"/>
            <a:ext cx="7957063" cy="5342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57030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Part 2 : ANOVA – significant features</a:t>
            </a:r>
            <a:endParaRPr/>
          </a:p>
        </p:txBody>
      </p:sp>
      <p:sp>
        <p:nvSpPr>
          <p:cNvPr id="183844190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197" y="1825623"/>
            <a:ext cx="5181598" cy="4351338"/>
          </a:xfrm>
        </p:spPr>
        <p:txBody>
          <a:bodyPr/>
          <a:lstStyle/>
          <a:p>
            <a:pPr>
              <a:defRPr/>
            </a:pPr>
            <a:r>
              <a:rPr/>
              <a:t>One-way ANOVA</a:t>
            </a:r>
            <a:endParaRPr/>
          </a:p>
          <a:p>
            <a:pPr>
              <a:defRPr/>
            </a:pPr>
            <a:endParaRPr lang="fr-F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9401849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423408" y="1825623"/>
            <a:ext cx="5181598" cy="4351338"/>
          </a:xfrm>
        </p:spPr>
        <p:txBody>
          <a:bodyPr/>
          <a:lstStyle/>
          <a:p>
            <a:pPr>
              <a:defRPr/>
            </a:pPr>
            <a:r>
              <a:rPr/>
              <a:t>Significant features</a:t>
            </a:r>
            <a:endParaRPr/>
          </a:p>
          <a:p>
            <a:pPr lvl="1">
              <a:defRPr/>
            </a:pPr>
            <a:r>
              <a:rPr/>
              <a:t>OverallQual</a:t>
            </a:r>
            <a:endParaRPr/>
          </a:p>
          <a:p>
            <a:pPr lvl="1">
              <a:defRPr/>
            </a:pPr>
            <a:r>
              <a:rPr/>
              <a:t>ExterQual</a:t>
            </a:r>
            <a:endParaRPr/>
          </a:p>
          <a:p>
            <a:pPr lvl="1">
              <a:defRPr/>
            </a:pPr>
            <a:r>
              <a:rPr/>
              <a:t>BsmtQual</a:t>
            </a:r>
            <a:endParaRPr/>
          </a:p>
          <a:p>
            <a:pPr lvl="1">
              <a:defRPr/>
            </a:pPr>
            <a:r>
              <a:rPr/>
              <a:t>KitchenQual</a:t>
            </a:r>
            <a:endParaRPr/>
          </a:p>
          <a:p>
            <a:pPr lvl="1">
              <a:defRPr/>
            </a:pPr>
            <a:r>
              <a:rPr/>
              <a:t>FireplaceQu</a:t>
            </a:r>
            <a:endParaRPr/>
          </a:p>
          <a:p>
            <a:pPr lvl="1">
              <a:defRPr/>
            </a:pPr>
            <a:r>
              <a:rPr/>
              <a:t>CentralAir</a:t>
            </a:r>
            <a:endParaRPr/>
          </a:p>
          <a:p>
            <a:pPr lvl="1">
              <a:defRPr/>
            </a:pPr>
            <a:r>
              <a:rPr/>
              <a:t>LotShape</a:t>
            </a:r>
            <a:endParaRPr/>
          </a:p>
        </p:txBody>
      </p:sp>
      <p:pic>
        <p:nvPicPr>
          <p:cNvPr id="19416610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38197" y="2518994"/>
            <a:ext cx="5511493" cy="3122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4919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Part 2 : ANOVA – significant features</a:t>
            </a:r>
            <a:endParaRPr sz="4400"/>
          </a:p>
        </p:txBody>
      </p:sp>
      <p:pic>
        <p:nvPicPr>
          <p:cNvPr id="19284765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2853" y="1763957"/>
            <a:ext cx="5410360" cy="4530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ONLYOFFICE/8.3.2.19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2012-12-03T06:56:55Z</dcterms:created>
  <dcterms:modified xsi:type="dcterms:W3CDTF">2026-04-20T14:45:28Z</dcterms:modified>
</cp:coreProperties>
</file>