
<file path=[Content_Types].xml><?xml version="1.0" encoding="utf-8"?>
<Types xmlns="http://schemas.openxmlformats.org/package/2006/content-types">
  <Default Extension="wmf" ContentType="image/x-wmf"/>
  <Default Extension="png" ContentType="image/png"/>
  <Default Extension="xml" ContentType="application/xml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8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docProps/app.xml" ContentType="application/vnd.openxmlformats-officedocument.extended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4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5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4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F1DD67-B7C7-7A12-1971-FEA377F608EE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8DC1ED-EF3A-9096-071B-094DF0595504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F982C-9ABE-BEB3-A98B-6AA777F6DAAD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9" y="1122363"/>
            <a:ext cx="9144000" cy="1311803"/>
          </a:xfrm>
        </p:spPr>
        <p:txBody>
          <a:bodyPr/>
          <a:lstStyle/>
          <a:p>
            <a:pPr>
              <a:defRPr/>
            </a:pPr>
            <a:r>
              <a:rPr lang="fr-FR"/>
              <a:t>Computational Statistics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2434166"/>
            <a:ext cx="9144000" cy="2823633"/>
          </a:xfrm>
        </p:spPr>
        <p:txBody>
          <a:bodyPr/>
          <a:lstStyle/>
          <a:p>
            <a:pPr>
              <a:defRPr/>
            </a:pPr>
            <a:r>
              <a:rPr sz="3600" b="1" i="0" u="none">
                <a:solidFill>
                  <a:srgbClr val="1F2328"/>
                </a:solidFill>
                <a:latin typeface="Arial"/>
                <a:ea typeface="Arial"/>
                <a:cs typeface="Arial"/>
              </a:rPr>
              <a:t>Midterm presentation</a:t>
            </a:r>
            <a:r>
              <a:rPr sz="3600"/>
              <a:t> </a:t>
            </a:r>
            <a:endParaRPr sz="3600"/>
          </a:p>
          <a:p>
            <a:pPr>
              <a:defRPr/>
            </a:pPr>
            <a:r>
              <a:rPr sz="2000"/>
              <a:t>From</a:t>
            </a:r>
            <a:endParaRPr sz="3600"/>
          </a:p>
          <a:p>
            <a:pPr>
              <a:defRPr/>
            </a:pPr>
            <a:r>
              <a:rPr sz="3600" b="1" i="0" u="none">
                <a:solidFill>
                  <a:srgbClr val="1D2125"/>
                </a:solidFill>
                <a:latin typeface="Arial"/>
                <a:ea typeface="Arial"/>
                <a:cs typeface="Arial"/>
              </a:rPr>
              <a:t>Group 8</a:t>
            </a:r>
            <a:endParaRPr sz="3600"/>
          </a:p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Loris Junod, Kyrylo Kublytskyi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16332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3600"/>
          </a:p>
        </p:txBody>
      </p:sp>
      <p:sp>
        <p:nvSpPr>
          <p:cNvPr id="232415919" name="Espace réservé du contenu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736168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/>
              <a:t>Starting point : knowing the data</a:t>
            </a:r>
            <a:endParaRPr/>
          </a:p>
          <a:p>
            <a:pPr lvl="1">
              <a:defRPr/>
            </a:pPr>
            <a:r>
              <a:rPr/>
              <a:t>What kind of Data</a:t>
            </a:r>
            <a:endParaRPr/>
          </a:p>
          <a:p>
            <a:pPr lvl="2">
              <a:defRPr/>
            </a:pPr>
            <a:r>
              <a:rPr/>
              <a:t>Categorical Data </a:t>
            </a:r>
            <a:endParaRPr/>
          </a:p>
          <a:p>
            <a:pPr lvl="3">
              <a:defRPr/>
            </a:pPr>
            <a:r>
              <a:rPr/>
              <a:t>Ordinal variables (Bad – Very Good, 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GarageQual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Descriptive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LotShape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Neighborhood</a:t>
            </a:r>
            <a:r>
              <a:rPr/>
              <a:t> location)</a:t>
            </a:r>
            <a:endParaRPr/>
          </a:p>
          <a:p>
            <a:pPr lvl="2">
              <a:defRPr/>
            </a:pPr>
            <a:r>
              <a:rPr/>
              <a:t>Boolean Variables (ie </a:t>
            </a:r>
            <a:r>
              <a:rPr lang="fr-FR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CentralAir</a:t>
            </a:r>
            <a:r>
              <a:rPr/>
              <a:t>)</a:t>
            </a:r>
            <a:endParaRPr/>
          </a:p>
          <a:p>
            <a:pPr lvl="2">
              <a:defRPr/>
            </a:pPr>
            <a:r>
              <a:rPr/>
              <a:t>Numerical Variables</a:t>
            </a:r>
            <a:endParaRPr/>
          </a:p>
          <a:p>
            <a:pPr lvl="3">
              <a:defRPr/>
            </a:pPr>
            <a:r>
              <a:rPr/>
              <a:t>Times variables (ie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MoSold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YrSold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Size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GarageArea</a:t>
            </a:r>
            <a:r>
              <a:rPr/>
              <a:t>)</a:t>
            </a:r>
            <a:endParaRPr/>
          </a:p>
          <a:p>
            <a:pPr lvl="1">
              <a:defRPr/>
            </a:pPr>
            <a:r>
              <a:rPr/>
              <a:t>Missing Data ? </a:t>
            </a:r>
            <a:endParaRPr/>
          </a:p>
          <a:p>
            <a:pPr lvl="2">
              <a:defRPr/>
            </a:pPr>
            <a:r>
              <a:rPr/>
              <a:t>In the Features Variables	</a:t>
            </a:r>
            <a:endParaRPr/>
          </a:p>
          <a:p>
            <a:pPr lvl="2">
              <a:defRPr/>
            </a:pPr>
            <a:r>
              <a:rPr/>
              <a:t>Issue : How to to deal with NA Values in training phase </a:t>
            </a:r>
            <a:endParaRPr/>
          </a:p>
          <a:p>
            <a:pPr lvl="3">
              <a:defRPr/>
            </a:pPr>
            <a:r>
              <a:rPr/>
              <a:t>Two training Set</a:t>
            </a:r>
            <a:endParaRPr/>
          </a:p>
          <a:p>
            <a:pPr marL="1828800" lvl="4" indent="0">
              <a:buFont typeface="Arial"/>
              <a:buNone/>
              <a:defRPr/>
            </a:pPr>
            <a:endParaRPr/>
          </a:p>
          <a:p>
            <a:pPr lvl="4"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170525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44262" y="1912849"/>
            <a:ext cx="5363073" cy="40010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132274" name="Titr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4400"/>
          </a:p>
          <a:p>
            <a:pPr>
              <a:defRPr/>
            </a:pPr>
            <a:endParaRPr/>
          </a:p>
        </p:txBody>
      </p:sp>
      <p:pic>
        <p:nvPicPr>
          <p:cNvPr id="20892037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69289" y="2084916"/>
            <a:ext cx="11081067" cy="36212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98440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208209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9" y="1825624"/>
            <a:ext cx="5181599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244823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4"/>
            <a:ext cx="5181599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ONLYOFFICE/8.3.2.19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2012-12-03T06:56:55Z</dcterms:created>
  <dcterms:modified xsi:type="dcterms:W3CDTF">2026-04-14T13:29:45Z</dcterms:modified>
</cp:coreProperties>
</file>