
<file path=[Content_Types].xml><?xml version="1.0" encoding="utf-8"?>
<Types xmlns="http://schemas.openxmlformats.org/package/2006/content-types">
  <Default Extension="wmf" ContentType="image/x-wmf"/>
  <Default Extension="png" ContentType="image/png"/>
  <Default Extension="xml" ContentType="application/xml"/>
  <Default Extension="jpeg" ContentType="image/jpeg"/>
  <Default Extension="rels" ContentType="application/vnd.openxmlformats-package.relationships+xml"/>
  <Default Extension="bin" ContentType="application/vnd.openxmlformats-officedocument.oleObject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docProps/app.xml" ContentType="application/vnd.openxmlformats-officedocument.extended-properties+xml"/>
  <Override PartName="/ppt/notesSlides/notesSlide2.xml" ContentType="application/vnd.openxmlformats-officedocument.presentationml.notesSlide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7"/>
  </p:notesMasterIdLst>
  <p:sldIdLst>
    <p:sldId id="256" r:id="rId4"/>
    <p:sldId id="257" r:id="rId5"/>
    <p:sldId id="258" r:id="rId6"/>
  </p:sldIdLst>
  <p:sldSz cx="12192000" cy="6858000"/>
  <p:notesSz cx="6858000" cy="9144000"/>
  <p:defaultTextStyle>
    <a:defPPr>
      <a:defRPr lang="fr-FR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 /><Relationship Id="rId9" Type="http://schemas.openxmlformats.org/officeDocument/2006/relationships/tableStyles" Target="tableStyles.xml" /><Relationship Id="rId1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Espace réservé d'en-têt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pour la date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fr-FR"/>
              <a:t>10/30/2013</a:t>
            </a:fld>
            <a:endParaRPr lang="fr-FR"/>
          </a:p>
        </p:txBody>
      </p:sp>
      <p:sp>
        <p:nvSpPr>
          <p:cNvPr id="4" name="Espace réservé pour l'image de la diapositive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fr-FR"/>
          </a:p>
        </p:txBody>
      </p:sp>
      <p:sp>
        <p:nvSpPr>
          <p:cNvPr id="5" name="Remarques Espace réservé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Espace réservé pour l'image de la diapositive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" name="Remarques Espace réservé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fr-FR">
              <a:latin typeface="Arial"/>
              <a:cs typeface="Arial"/>
            </a:endParaRPr>
          </a:p>
        </p:txBody>
      </p:sp>
      <p:sp>
        <p:nvSpPr>
          <p:cNvPr id="4" name="Espace réservé pour le numéro de diapositive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fr-FR"/>
              <a:t>1</a:t>
            </a:fld>
            <a:endParaRPr lang="fr-FR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9F1DD67-B7C7-7A12-1971-FEA377F608EE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8DC1ED-EF3A-9096-071B-094DF0595504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e de tit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fr-FR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re et contenu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Titre de sec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ux contenu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re seu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V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u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pour une image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fr-FR"/>
              <a:t>Cliquez sur l'icône pour ajouter une image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re et texte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itre vertical et tex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1523999" y="1122363"/>
            <a:ext cx="9144000" cy="1311803"/>
          </a:xfrm>
        </p:spPr>
        <p:txBody>
          <a:bodyPr/>
          <a:lstStyle/>
          <a:p>
            <a:pPr>
              <a:defRPr/>
            </a:pPr>
            <a:r>
              <a:rPr lang="fr-FR"/>
              <a:t>Computational Statistics</a:t>
            </a:r>
            <a:endParaRPr lang="fr-F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9" y="2434166"/>
            <a:ext cx="9144000" cy="2823633"/>
          </a:xfrm>
        </p:spPr>
        <p:txBody>
          <a:bodyPr/>
          <a:lstStyle/>
          <a:p>
            <a:pPr>
              <a:defRPr/>
            </a:pPr>
            <a:r>
              <a:rPr sz="3600" b="1" i="0" u="none">
                <a:solidFill>
                  <a:srgbClr val="1F2328"/>
                </a:solidFill>
                <a:latin typeface="Arial"/>
                <a:ea typeface="Arial"/>
                <a:cs typeface="Arial"/>
              </a:rPr>
              <a:t>Midterm presentation</a:t>
            </a:r>
            <a:r>
              <a:rPr sz="3600"/>
              <a:t> </a:t>
            </a:r>
            <a:endParaRPr sz="3600"/>
          </a:p>
          <a:p>
            <a:pPr>
              <a:defRPr/>
            </a:pPr>
            <a:r>
              <a:rPr sz="2000"/>
              <a:t>From</a:t>
            </a:r>
            <a:endParaRPr sz="3600"/>
          </a:p>
          <a:p>
            <a:pPr>
              <a:defRPr/>
            </a:pPr>
            <a:r>
              <a:rPr sz="3600" b="1" i="0" u="none">
                <a:solidFill>
                  <a:srgbClr val="1D2125"/>
                </a:solidFill>
                <a:latin typeface="Arial"/>
                <a:ea typeface="Arial"/>
                <a:cs typeface="Arial"/>
              </a:rPr>
              <a:t>Group 8</a:t>
            </a:r>
            <a:endParaRPr sz="3600"/>
          </a:p>
          <a:p>
            <a:pPr>
              <a:defRPr/>
            </a:pPr>
            <a:r>
              <a:rPr sz="24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Loris Junod, Kyrylo Kublytskyi</a:t>
            </a:r>
            <a:endParaRPr sz="3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16332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ctr">
              <a:defRPr/>
            </a:pPr>
            <a:r>
              <a:rPr lang="fr-FR" sz="3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Exploratory Analysis and Classical Statistical Inference</a:t>
            </a:r>
            <a:endParaRPr sz="3600"/>
          </a:p>
        </p:txBody>
      </p:sp>
      <p:sp>
        <p:nvSpPr>
          <p:cNvPr id="232415919" name="Espace réservé du contenu 2"/>
          <p:cNvSpPr>
            <a:spLocks noGrp="1"/>
          </p:cNvSpPr>
          <p:nvPr>
            <p:ph idx="1"/>
          </p:nvPr>
        </p:nvSpPr>
        <p:spPr bwMode="auto">
          <a:xfrm flipH="0" flipV="0">
            <a:off x="838199" y="1825624"/>
            <a:ext cx="5736168" cy="435133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0000" lnSpcReduction="6000"/>
          </a:bodyPr>
          <a:lstStyle/>
          <a:p>
            <a:pPr>
              <a:defRPr/>
            </a:pPr>
            <a:r>
              <a:rPr/>
              <a:t>Starting point : knowing the data</a:t>
            </a:r>
            <a:endParaRPr/>
          </a:p>
          <a:p>
            <a:pPr lvl="1">
              <a:defRPr/>
            </a:pPr>
            <a:r>
              <a:rPr/>
              <a:t>What kind of Data</a:t>
            </a:r>
            <a:endParaRPr/>
          </a:p>
          <a:p>
            <a:pPr lvl="2">
              <a:defRPr/>
            </a:pPr>
            <a:r>
              <a:rPr/>
              <a:t>Categorical Data </a:t>
            </a:r>
            <a:endParaRPr/>
          </a:p>
          <a:p>
            <a:pPr lvl="3">
              <a:defRPr/>
            </a:pPr>
            <a:r>
              <a:rPr/>
              <a:t>Ordinal variables (Bad – Very Good, ie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GarageQual</a:t>
            </a:r>
            <a:r>
              <a:rPr/>
              <a:t>)</a:t>
            </a:r>
            <a:endParaRPr/>
          </a:p>
          <a:p>
            <a:pPr lvl="3">
              <a:defRPr/>
            </a:pPr>
            <a:r>
              <a:rPr/>
              <a:t>Descriptive variables (ie.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LotShape</a:t>
            </a:r>
            <a:r>
              <a:rPr/>
              <a:t>,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Neighborhood</a:t>
            </a:r>
            <a:r>
              <a:rPr/>
              <a:t> location)</a:t>
            </a:r>
            <a:endParaRPr/>
          </a:p>
          <a:p>
            <a:pPr lvl="2">
              <a:defRPr/>
            </a:pPr>
            <a:r>
              <a:rPr/>
              <a:t>Boolean Variables (ie </a:t>
            </a:r>
            <a:r>
              <a:rPr lang="fr-FR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CentralAir</a:t>
            </a:r>
            <a:r>
              <a:rPr/>
              <a:t>)</a:t>
            </a:r>
            <a:endParaRPr/>
          </a:p>
          <a:p>
            <a:pPr lvl="2">
              <a:defRPr/>
            </a:pPr>
            <a:r>
              <a:rPr/>
              <a:t>Numerical Variables</a:t>
            </a:r>
            <a:endParaRPr/>
          </a:p>
          <a:p>
            <a:pPr lvl="3">
              <a:defRPr/>
            </a:pPr>
            <a:r>
              <a:rPr/>
              <a:t>Times variables (ie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MoSold</a:t>
            </a:r>
            <a:r>
              <a:rPr/>
              <a:t>,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YrSold</a:t>
            </a:r>
            <a:r>
              <a:rPr/>
              <a:t>)</a:t>
            </a:r>
            <a:endParaRPr/>
          </a:p>
          <a:p>
            <a:pPr lvl="3">
              <a:defRPr/>
            </a:pPr>
            <a:r>
              <a:rPr/>
              <a:t>Size variables (ie.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GarageArea</a:t>
            </a:r>
            <a:r>
              <a:rPr/>
              <a:t>)</a:t>
            </a:r>
            <a:endParaRPr/>
          </a:p>
          <a:p>
            <a:pPr lvl="1">
              <a:defRPr/>
            </a:pPr>
            <a:r>
              <a:rPr/>
              <a:t>Missing Data ? </a:t>
            </a:r>
            <a:endParaRPr/>
          </a:p>
          <a:p>
            <a:pPr lvl="2">
              <a:defRPr/>
            </a:pPr>
            <a:r>
              <a:rPr/>
              <a:t>In the Features Variables	</a:t>
            </a:r>
            <a:endParaRPr/>
          </a:p>
          <a:p>
            <a:pPr lvl="2">
              <a:defRPr/>
            </a:pPr>
            <a:r>
              <a:rPr/>
              <a:t>Issue : How to to deal with NA Values in training phase </a:t>
            </a:r>
            <a:endParaRPr/>
          </a:p>
          <a:p>
            <a:pPr lvl="3">
              <a:defRPr/>
            </a:pPr>
            <a:r>
              <a:rPr/>
              <a:t>Two training Set</a:t>
            </a:r>
            <a:endParaRPr/>
          </a:p>
          <a:p>
            <a:pPr marL="1828800" lvl="4" indent="0">
              <a:buFont typeface="Arial"/>
              <a:buNone/>
              <a:defRPr/>
            </a:pPr>
            <a:endParaRPr/>
          </a:p>
          <a:p>
            <a:pPr lvl="4">
              <a:defRPr/>
            </a:pPr>
            <a:endParaRPr/>
          </a:p>
          <a:p>
            <a:pPr>
              <a:defRPr/>
            </a:pPr>
            <a:endParaRPr/>
          </a:p>
        </p:txBody>
      </p:sp>
      <p:pic>
        <p:nvPicPr>
          <p:cNvPr id="1170525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44262" y="1912849"/>
            <a:ext cx="5363073" cy="40010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132274" name="Titr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 algn="ctr">
              <a:defRPr/>
            </a:pPr>
            <a:r>
              <a:rPr lang="fr-FR" sz="4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Exploratory Analysis and Classical Statistical Inference</a:t>
            </a:r>
            <a:endParaRPr sz="4400"/>
          </a:p>
          <a:p>
            <a:pPr>
              <a:defRPr/>
            </a:pPr>
            <a:endParaRPr/>
          </a:p>
        </p:txBody>
      </p:sp>
      <p:pic>
        <p:nvPicPr>
          <p:cNvPr id="208920373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69289" y="2084916"/>
            <a:ext cx="11081067" cy="36212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ONLYOFFICE/8.3.2.19</Application>
  <PresentationFormat>On-screen Show (4:3)</PresentationFormat>
  <Paragraphs>0</Paragraphs>
  <Slides>3</Slides>
  <Notes>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Theme 1</vt:lpstr>
      <vt:lpstr>Slide 1</vt:lpstr>
      <vt:lpstr>Slide 2</vt:lpstr>
      <vt:lpstr>Slide 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created xsi:type="dcterms:W3CDTF">2012-12-03T06:56:55Z</dcterms:created>
  <dcterms:modified xsi:type="dcterms:W3CDTF">2026-04-14T13:26:00Z</dcterms:modified>
</cp:coreProperties>
</file>